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Lending Strategy Optimizer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2 Team Presentation (Requirements-Aligned)</a:t>
            </a:r>
          </a:p>
          <a:p>
            <a:r>
              <a:t>Node + Express + Handlebars +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Elevator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full-stack decision-support app for comparing bank performance under changing macro conditions.</a:t>
            </a:r>
          </a:p>
          <a:p>
            <a:pPr>
              <a:defRPr sz="2000"/>
            </a:pPr>
            <a:r>
              <a:t>Combines FDIC institution data with FRED economic indicators in one workflow.</a:t>
            </a:r>
          </a:p>
          <a:p>
            <a:pPr>
              <a:defRPr sz="2000"/>
            </a:pPr>
            <a:r>
              <a:t>Adds strategy CRUD and analysis summaries to support lending portfolio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Banks need better visibility into performance trends and economic context.</a:t>
            </a:r>
          </a:p>
          <a:p>
            <a:pPr>
              <a:defRPr sz="2000"/>
            </a:pPr>
            <a:r>
              <a:t>Static spreadsheets do not support fast comparison or scenario thinking.</a:t>
            </a:r>
          </a:p>
          <a:p>
            <a:pPr>
              <a:defRPr sz="2000"/>
            </a:pPr>
            <a:r>
              <a:t>Our app delivers interactive dashboards + strategy notes + analysis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and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Node.js + Express.js with REST APIs.</a:t>
            </a:r>
          </a:p>
          <a:p>
            <a:pPr>
              <a:defRPr sz="2000"/>
            </a:pPr>
            <a:r>
              <a:t>Frontend: Handlebars-rendered pages with interactive UI components.</a:t>
            </a:r>
          </a:p>
          <a:p>
            <a:pPr>
              <a:defRPr sz="2000"/>
            </a:pPr>
            <a:r>
              <a:t>Database: PostgreSQL (SQL-first via pg) with multi-table schema.</a:t>
            </a:r>
          </a:p>
          <a:p>
            <a:pPr>
              <a:defRPr sz="2000"/>
            </a:pPr>
            <a:r>
              <a:t>Structure: MVC pattern across routes/controllers/views/models.</a:t>
            </a:r>
          </a:p>
          <a:p>
            <a:pPr>
              <a:defRPr sz="2000"/>
            </a:pPr>
            <a:r>
              <a:t>Config: environment variables via .env and dotenv.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Bank Performance dashboard with metrics and comparison views.</a:t>
            </a:r>
          </a:p>
          <a:p>
            <a:pPr>
              <a:defRPr sz="2000"/>
            </a:pPr>
            <a:r>
              <a:t>US Economic Performance page using engineered macro indicators.</a:t>
            </a:r>
          </a:p>
          <a:p>
            <a:pPr>
              <a:defRPr sz="2000"/>
            </a:pPr>
            <a:r>
              <a:t>Full Strategy CRUD (GET/POST/PUT/DELETE) for bank notes and strategy records.</a:t>
            </a:r>
          </a:p>
          <a:p>
            <a:pPr>
              <a:defRPr sz="2000"/>
            </a:pPr>
            <a:r>
              <a:t>About + Methodology &amp; Analysis tab with model and clustering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FDIC BankFind API for bank financial/institution data.</a:t>
            </a:r>
          </a:p>
          <a:p>
            <a:pPr>
              <a:defRPr sz="2000"/>
            </a:pPr>
            <a:r>
              <a:t>FRED API for rates, unemployment, GDP, and related macro signals.</a:t>
            </a:r>
          </a:p>
          <a:p>
            <a:pPr>
              <a:defRPr sz="2000"/>
            </a:pPr>
            <a:r>
              <a:t>Database tables include users, economic_data, bank_performance, and strategy-related tables.</a:t>
            </a:r>
          </a:p>
          <a:p>
            <a:pPr>
              <a:defRPr sz="2000"/>
            </a:pPr>
            <a:r>
              <a:t>CSV exports support reproducibility and instructor reruns.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Best holdout model: winsorized linear regression (RMSE 0.3531).</a:t>
            </a:r>
          </a:p>
          <a:p>
            <a:pPr>
              <a:defRPr sz="2000"/>
            </a:pPr>
            <a:r>
              <a:t>XGBoost and Prophet showed larger train-vs-test gaps in this setup.</a:t>
            </a:r>
          </a:p>
          <a:p>
            <a:pPr>
              <a:defRPr sz="2000"/>
            </a:pPr>
            <a:r>
              <a:t>KMeans clustering with PCA projection identifies 3 peer-group segments.</a:t>
            </a:r>
          </a:p>
          <a:p>
            <a:pPr>
              <a:defRPr sz="2000"/>
            </a:pPr>
            <a:r>
              <a:t>Methodology visualizations are now embedded directly in the web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2 Team Requirement Coverage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12064">
                <a:tc>
                  <a:txBody>
                    <a:bodyPr/>
                    <a:lstStyle/>
                    <a:p>
                      <a:r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Evidence in This Project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Node + Express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Express app with structured API + page routes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Handlebars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Server-side rendering across core pages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 schema + seeded data + live queries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MVC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Routes/controllers/views/models folders in use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GET/POST/PUT/DELETE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Strategies endpoints implement full CRUD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Environment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.env pattern + dotenv configuration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2+ tables, 5+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 domain tables with seeded records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table/session scaffolding exists; full auth UI pending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Render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Local app complete; deployment step queued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Exploration Requirement (2+)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External APIs: FDIC + FRED integration.</a:t>
            </a:r>
          </a:p>
          <a:p>
            <a:pPr>
              <a:defRPr sz="2000"/>
            </a:pPr>
            <a:r>
              <a:t>New packages/tooling: pg, express-handlebars, express-session, dotenv, bcrypt.</a:t>
            </a:r>
          </a:p>
          <a:p>
            <a:pPr>
              <a:defRPr sz="2000"/>
            </a:pPr>
            <a:r>
              <a:t>Advanced analytics integration: XGBoost, Prophet, KMeans/PCA methodology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and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Iterative build: schema -&gt; seed pipeline -&gt; API routes -&gt; UI pages -&gt; analysis tab.</a:t>
            </a:r>
          </a:p>
          <a:p>
            <a:pPr>
              <a:defRPr sz="2000"/>
            </a:pPr>
            <a:r>
              <a:t>Debug cycle included route validation, server process cleanup, and UX refinements.</a:t>
            </a:r>
          </a:p>
          <a:p>
            <a:pPr>
              <a:defRPr sz="2000"/>
            </a:pPr>
            <a:r>
              <a:t>Focus on presentation readiness and requirement traceability.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Open Bank Performance and Economic dashboards.</a:t>
            </a:r>
          </a:p>
          <a:p>
            <a:pPr>
              <a:defRPr sz="2000"/>
            </a:pPr>
            <a:r>
              <a:t>2) Show strategy CRUD workflow in Bank Notes.</a:t>
            </a:r>
          </a:p>
          <a:p>
            <a:pPr>
              <a:defRPr sz="2000"/>
            </a:pPr>
            <a:r>
              <a:t>3) Open Methodology &amp; Analysis tab for code/graphs and PCA cluster scatter.</a:t>
            </a:r>
          </a:p>
          <a:p>
            <a:pPr>
              <a:defRPr sz="2000"/>
            </a:pPr>
            <a:r>
              <a:t>4) Close with requirements matrix and roadmap.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Complete full user authentication flow and role-protected actions.</a:t>
            </a:r>
          </a:p>
          <a:p>
            <a:pPr>
              <a:defRPr sz="2000"/>
            </a:pPr>
            <a:r>
              <a:t>Deploy on Render and add production configuration checks.</a:t>
            </a:r>
          </a:p>
          <a:p>
            <a:pPr>
              <a:defRPr sz="2000"/>
            </a:pPr>
            <a:r>
              <a:t>Improve chart aesthetics further and add downloadable report summaries.</a:t>
            </a:r>
          </a:p>
          <a:p>
            <a:pPr>
              <a:defRPr sz="2000"/>
            </a:pPr>
            <a:r>
              <a:t>Expand model monitoring and scenario simulation endpoints.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Deployed app URL (add after Render publish)</a:t>
            </a:r>
          </a:p>
          <a:p>
            <a:pPr>
              <a:defRPr sz="2000"/>
            </a:pPr>
            <a:r>
              <a:t>GitHub repository URL</a:t>
            </a:r>
          </a:p>
          <a:p>
            <a:pPr>
              <a:defRPr sz="2000"/>
            </a:pPr>
            <a:r>
              <a:t>README with screenshots + deployed link</a:t>
            </a:r>
          </a:p>
          <a:p>
            <a:pPr>
              <a:defRPr sz="2000"/>
            </a:pPr>
            <a:r>
              <a:t>Team presentation: each member speaks at least once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